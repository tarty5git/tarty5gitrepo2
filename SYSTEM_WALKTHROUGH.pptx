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Software Development Document Environment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System Functional Walkthrough &amp; Architecture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Highlights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Application Architecture:</a:t>
            </a:r>
          </a:p>
          <a:p>
            <a:r>
              <a:t>• Java 17 + Spring Boot 3 Engine (com.cth.sdm package)</a:t>
            </a:r>
          </a:p>
          <a:p>
            <a:r>
              <a:t>• Multi-Database Support: Oracle, Postgres, SQL Server</a:t>
            </a:r>
          </a:p>
          <a:p>
            <a:r>
              <a:t>• Automated File Folder Intake Handlers</a:t>
            </a:r>
          </a:p>
          <a:p>
            <a:r>
              <a:t>• Maker-Checker Workflow &amp; Pre-Approval File Viewing</a:t>
            </a:r>
          </a:p>
          <a:p>
            <a:r>
              <a:t>• Local RAG AI Microservice (Flask, Ollama, FAISS)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